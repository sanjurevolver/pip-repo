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slide. 2.6 YOE = senior-adjacent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trap: mutable default arg `def f(x=[])`.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GIL diagram. asyncio won't help CPU-bound.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show N+1 query and fix with selectinload.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Python Developer Mastery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39C12"/>
                </a:solidFill>
                <a:latin typeface="Calibri"/>
              </a:defRPr>
            </a:pPr>
            <a:r>
              <a:t>From Intermediate to Senior-Ready — Concepts You Must Be Thorough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Prepared for: Python Developer (2.6 YOE)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1. Core Language Mastery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2. Object-Oriented &amp; Functional Python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3. Data Structures &amp; Algorithms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4. Concurrency &amp; Parallelism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5. Memory Management &amp; Performance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6. Error Handling &amp; Logging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7. Testing &amp; Quality Assurance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8. Packaging, Environments &amp; Tooling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9. Web Frameworks &amp; APIs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10. Databases &amp; ORMs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11. Async Programming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12. DevOps, CI/CD &amp; Deployment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13. System Design &amp; Architecture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14. Soft Skills &amp; Code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Core Language Mastery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  <a:latin typeface="Calibri"/>
              </a:defRPr>
            </a:pPr>
            <a:r>
              <a:t>The foundation — be fluent, not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Mutable vs immutable types (and their pitfalls)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`is` vs `==`, identity vs equality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Slicing, unpacking, starred expressions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Comprehensions (list/dict/set/generator)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`*args`, `**kwargs`, positional-only &amp; keyword-only args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Closures, `nonlocal`, `global`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Decorators (function &amp; class-based, `functools.wraps`)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Iterators vs iterables, `yield`, generators, `yield from`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Context managers (`with`, `contextlib`)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Walrus operator `:=`, match-case (3.10+)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Truthiness, `__bool__`, `__len__`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f-strings, `.format()`, `%` formatting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Type hints: `typing`, `Protocol`, `TypedDict`, generics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Object-Oriented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`__init__`, `__new__`, `__call__`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Dunder methods: `__repr__`, `__str__`, `__eq__`, `__hash__`, `__iter__`, `__getitem__`, `__enter__/__exit__`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Properties, `@staticmethod`, `@classmethod`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Inheritance, MRO, `super()`, cooperative multiple inheritance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Abstract Base Classes (`abc`)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`dataclasses`, `attrs`, `pydantic` models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Composition vs inheritance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`__slots__` for memory optimization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Descriptors (understand `property` internals)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Metaclasses (know when *not* to use them)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Functional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First-class functions, higher-order functions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`map`, `filter`, `reduce`, `zip`, `enumerate`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`functools`: `partial`, `lru_cache`, `cache`, `reduce`, `wraps`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`itertools`: `chain`, `groupby`, `islice`, `product`, `combinations`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Lambdas (and their limits)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Immutability patterns</a:t>
            </a:r>
          </a:p>
          <a:p>
            <a:pPr>
              <a:spcAft>
                <a:spcPts val="5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Pure functions &amp; side effects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Structures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Built-ins: list, tuple, dict, set, frozenset, deque, Counter, defaultdict, OrderedDict, namedtuple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Complexities: list append O(1), insert O(n); dict/set avg O(1), worst O(n)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Algorithms: two pointers, sliding window, binary search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BFS/DFS, recursion, backtracking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Dynamic programming basics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Hashing patterns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Heaps (`heapq`)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Practice: LeetCode medium 2–3/week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Concurrency &amp; Parallelism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  <a:latin typeface="Calibri"/>
              </a:defRPr>
            </a:pPr>
            <a:r>
              <a:t>Know the difference before you choose a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GIL — what it is, why it exists, what it blocks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Threading: I/O-bound; `Lock`, `RLock`, `Semaphore`, `Queue`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Multiprocessing: CPU-bound; shared memory, `Manager`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`concurrent.futures`: `ThreadPoolExecutor`, `ProcessPoolExecutor`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`asyncio`: `async/await`, `gather`, `TaskGroup` (3.11+), `Queue`, `Lock`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Race conditions, deadlocks, starvation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When NOT to use async (CPU-bound work)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Memory Management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Reference counting + cyclic GC (`gc`)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`__slots__` to reduce memory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Generators vs lists (lazy evaluation)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`sys.getsizeof`, `tracemalloc`, `memory_profiler`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Profiling: `cProfile`, `line_profiler`, `py-spy`, `scalene`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`timeit` for micro-benchmarks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Caching strategies (`lru_cache`, Redis)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String interning; `join` vs `+`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Measure first — avoid premature optimization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NumPy / Cython / Rust extensions when justified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Error Handling &amp;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`try/except/else/finally` semantics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Custom exception hierarchies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`raise ... from ...` for exception chaining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Never swallow exceptions silently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`logging`: loggers, handlers, formatters, levels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Structured logging (JSON)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`loguru` as modern alternative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Correlation IDs / request tracing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Operational errors vs programmer errors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`assert` for invariants, not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`pytest`: fixtures, parametrize, markers, conftest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`unittest.mock`: `patch`, `MagicMock`, `AsyncMock`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Test pyramid: unit → integration → e2e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Coverage (`pytest-cov`) — 80%+ on critical code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TDD mindset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Property-based testing (`hypothesis`)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Contract testing for APIs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`tox` / `nox` for multi-env testing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Flaky test detection &amp; CI gating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Packaging, Environments &amp;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`venv`, `virtualenv`, `conda` — know the trade-offs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`pip`, `pip-tools`, `poetry`, `uv`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`pyproject.toml` vs `setup.py` vs `setup.cfg`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Semantic versioning, pinning, lockfiles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Build wheels/sdists; publish to PyPI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Pre-commit: `black`, `ruff`, `isort`, `mypy`, `flake8`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Type checking: `mypy` / `pyright`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Editor setup: VSCode / PyCharm + linters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Web Frameworks &amp;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FastAPI (Pydantic, DI, async)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Django (ORM, migrations, admin, DRF)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Flask (minimal, extensions)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REST vs GraphQL vs gRPC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HTTP methods, status codes, idempotency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Auth: JWT, OAuth2, session vs token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Versioning, pagination, rate limiting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OpenAPI / Swagger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Middleware, CORS, validation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WebSockets &amp; SSE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Idempotency keys, webhooks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Databases &amp; 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SQL: joins, indexes, transactions, isolation levels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Drivers: `psycopg2` / `asyncpg`; connection pooling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ORMs: SQLAlchemy 2.0, Django ORM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N+1 problem &amp; eager loading (`selectinload`)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Migrations (Alembic, Django)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ACID, normalization vs denormalization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NoSQL: Redis, MongoDB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`EXPLAIN ANALYZE`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Transactions &amp; rollback patterns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Async Programming (Deep Dive)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Event loop mechanics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`async`/`await` vs `yield`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`asyncio.create_task`, `gather`, `wait`, `TaskGroup`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Timeouts: `asyncio.wait_for`, `timeout()`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Async context managers &amp; iterators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Mixing sync/async: `run_in_executor`, `to_thread`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Pitfalls: blocking the loop, fire-and-forget tasks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`aiohttp`, `httpx`, FastAPI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Backpressure &amp; queues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DevOps, CI/CD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Docker: multi-stage builds, slim images, non-root user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`docker-compose` for local dev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Kubernetes basics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CI/CD: GitHub Actions, GitLab CI, Jenkins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Env config: `pydantic-settings`, `.env`, secrets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12-factor app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Observability: logs, metrics (Prometheus), traces (OpenTelemetry)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Health checks, graceful shutdown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Rollback strategies, feature flags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Design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Monolith vs microservices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Layered: API → service → repository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DI &amp; inversion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Patterns: factory, strategy, observer, adapter, repository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Queues: Celery, RabbitMQ, Kafka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Caching layers: in-process, Redis, CDN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Idempotency, retries, circuit breakers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Rate limiting, backpressure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CAP, eventual consistency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*Designing Data-Intensive Applications*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Soft Skills &amp;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Clear PR descriptions &amp; commits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Code review: give and receive well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Reading others' code fast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Docs: READMEs, docstrings, ADRs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Estimation &amp; decomposition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Debugging: reproduce → isolate → fix → verify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On-call readiness &amp; incident response</a:t>
            </a:r>
          </a:p>
          <a:p>
            <a:pPr>
              <a:spcAft>
                <a:spcPts val="5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Mentoring juniors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90-Day Action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60579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1–2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Audit gaps against this deck; pick top 3 weak areas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Async + concurrency deep dive (build a small async service)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5–6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Testing + type hints (raise coverage &amp; add mypy)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7–8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FastAPI + SQLAlchemy 2.0 end-to-end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9–10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Docker + CI/CD pipeline for that project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11–12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System design reading + 2 mock interviews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LeetCode medium 2–3/week; read 1 OSS codebase/month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**Books:** Fluent Python (Ramalho), Effective Python (Slatkin), Python Cookbook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**System design:** Designing Data-Intensive Applications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**Practice:** LeetCode, Exercism, Advent of Code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**News:** PyCoder's Weekly, Real Python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**Reference:** Python docs, PEP 8, PEP 484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Depth over breadth — go deep on 3–4 areas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Production mindset — testing, observability, deployment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Async + typing + testing are the biggest differentiators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Read code — OSS contribution accelerates growth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System design — start now; it compounds</a:t>
            </a:r>
          </a:p>
          <a:p>
            <a:pPr>
              <a:spcAft>
                <a:spcPts val="10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• You're not junior anymore. Act like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